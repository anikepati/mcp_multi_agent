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Architecture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Role-Governed, Skill-Aware Multi-Agent Orchestration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429000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4290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Governance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30552" y="3429000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34290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Library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3429000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34290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YAML-Driven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0136" y="3429000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0136" y="34290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L1/L2/L3 Context Loading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24928" y="3429000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34290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Architecture  |  Principal Engineer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Runtime Architecture provides a role-governed, skill-aware orchestration layer for enterprise AI agents. It enforces governance policies, routes tasks to appropriately permissioned agents, and lazily loads skill context to maximize LLM efficiency.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2743200" cy="6400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Governance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58568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allowed skills and permissions per role from agent.yaml. Handles audit trails, approval workflows, and max execution limits via the Governance module.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60020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60020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Orchestrator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2258568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coordinator: accepts user/task input with role context, looks up governance rules, initialises the LLM Worker, and orchestrates L1/L2/L3 skill loading from the Central Skill Library.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60020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600200"/>
            <a:ext cx="2743200" cy="64008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Skill Library (S3)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0216" y="2258568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SKILL.MD files, scripts, reference materials, and API specs. Exposes tagged metadata (L1) for intent matching before full content (L2/L3) is loaded.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377440" cy="4114800"/>
          </a:xfrm>
          <a:prstGeom prst="rect">
            <a:avLst/>
          </a:prstGeom>
          <a:solidFill>
            <a:srgbClr val="EDE7F6"/>
          </a:solidFill>
          <a:ln w="25400">
            <a:solidFill>
              <a:srgbClr val="7C5C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Governance Layer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1031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5486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64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agent.yaml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skills + permissions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3337560"/>
            <a:ext cx="2103120" cy="1005840"/>
          </a:xfrm>
          <a:prstGeom prst="rect">
            <a:avLst/>
          </a:prstGeom>
          <a:solidFill>
            <a:srgbClr val="F3E5F5"/>
          </a:solidFill>
          <a:ln w="19050">
            <a:solidFill>
              <a:srgbClr val="A47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6758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Executions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77240"/>
            <a:ext cx="256032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80467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Task 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Role or Requested Role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874520"/>
            <a:ext cx="2560320" cy="822960"/>
          </a:xfrm>
          <a:prstGeom prst="rect">
            <a:avLst/>
          </a:prstGeom>
          <a:solidFill>
            <a:srgbClr val="028090"/>
          </a:solidFill>
          <a:ln w="25400">
            <a:solidFill>
              <a:srgbClr val="016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1874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Orchestrator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3063240"/>
            <a:ext cx="3291840" cy="1645920"/>
          </a:xfrm>
          <a:prstGeom prst="rect">
            <a:avLst/>
          </a:prstGeom>
          <a:solidFill>
            <a:srgbClr val="EDE7F6"/>
          </a:solidFill>
          <a:ln w="25400">
            <a:solidFill>
              <a:srgbClr val="7C5C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1752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LLM Worker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3493008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47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51129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= YAML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attached (L1 initially)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416052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References / API Specs / Templates</a:t>
            </a:r>
            <a:endParaRPr lang="en-US" sz="80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Full SKILL.MD if intent matches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83680" y="777240"/>
            <a:ext cx="2286000" cy="4114800"/>
          </a:xfrm>
          <a:prstGeom prst="rect">
            <a:avLst/>
          </a:prstGeom>
          <a:solidFill>
            <a:srgbClr val="E3F2FD"/>
          </a:solidFill>
          <a:ln w="25400">
            <a:solidFill>
              <a:srgbClr val="3D5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822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Skill Library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1234440"/>
            <a:ext cx="731520" cy="73152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 testing, validation,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600200"/>
            <a:ext cx="0" cy="27432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609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task + Role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60320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rules →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68880" y="2450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Lookup role &amp; governance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8521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L1 metadata only →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160520" y="2816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Initialize with role + L1 tools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60320" y="38587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limits →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Deep Dive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73152" cy="196596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Governance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252728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agent.yaml stored in DB — defines allowed skills and permissions per role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rules against every incoming task before orchestrator executes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module handles: Audit logging, Approval workflows, Max Executions cap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link with Orchestrator: push rules / pull role lookups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73152" cy="1965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Orchestrator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3752" y="1252728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all user/task inputs with role or requested-role context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governance layer for role validation before any execution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only L1 metadata from Skill Library initially (low overhead)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Initialises LLM Worker with role constraints and L1 tool manifests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97180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971800"/>
            <a:ext cx="73152" cy="196596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063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LLM Worker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3401568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delivered as a YAML config — no hard-coded prompts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L1 tools attached; fetches L2/L3 on intent match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Full SKILL.MD content loaded when skill intent confirmed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References, API specs, and templates loaded for execution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73152" cy="196596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063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Skill Library (S3)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3401568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store for SKILL.MD files, scripts, and reference materials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metadata enables lightweight L1 intent matching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tags: testing, validation, report, and custom domain tags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from runtime — skills updated without agent code changes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Loading Strategy  —  L1 / L2 / L3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keeps LLM context lean. The orchestrator progresses from lightweight metadata to full skill content only when intent is confirmed.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0817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140817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214884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23957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on Orchestrator init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74320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99008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name, description tags (testing, validation, report…), intent keywords, permission requirements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65760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3904488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full-document overhead. Enables fast intent matching before committing context budget.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13716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1371600"/>
            <a:ext cx="2743200" cy="6858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40817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950208" y="140817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SKILL.MD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74136" y="214884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4136" y="23957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intent matches confirmed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74136" y="274320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74136" y="299008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SKILL.MD: usage guide, prerequisites, parameter schema, examples, edge cases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74136" y="365760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74136" y="3904488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LLM Worker with full execution knowledge only for the chosen skill.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08776" y="13716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1371600"/>
            <a:ext cx="2743200" cy="68580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140817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94576" y="140817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API Specs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18504" y="214884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18504" y="23957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active tool execution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18504" y="274320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18504" y="299008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specs, code templates, external references, sample payloads, schema definitions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18504" y="365760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18504" y="3904488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precise technical detail at the moment it is needed — not before.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63240" y="2633472"/>
            <a:ext cx="566928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16752" y="2633472"/>
            <a:ext cx="566928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4206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agent.yaml — Permissions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3931920" cy="3493008"/>
          </a:xfrm>
          <a:prstGeom prst="rect">
            <a:avLst/>
          </a:prstGeom>
          <a:solidFill>
            <a:srgbClr val="F8F9FB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374904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compliance_analyst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allowed_skills: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actimize_edr_qa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rro_qa_pipeline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report_generator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permissions: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read: [edr_data, rro_data]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write: [qa_reports]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execute: [decision_tree]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governance: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max_executions: 50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require_approval: 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audit: true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51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4251960" cy="41148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046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Enforcement 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73168" y="1298448"/>
            <a:ext cx="347472" cy="347472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298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Lookup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49961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queries agent.yaml for role definition and allowed skill list before any execution.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1993392"/>
            <a:ext cx="347472" cy="347472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1993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Enforcement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1945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layer validates: skill in allowed list, permissions match operation, execution count within limits.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73168" y="2688336"/>
            <a:ext cx="347472" cy="347472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26883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8895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execution is logged: role, skill invoked, timestamp, outcome, and any approval status.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73168" y="3383280"/>
            <a:ext cx="347472" cy="347472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33832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5844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operations trigger the Approval workflow before the LLM Worker is initialised.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73168" y="4078224"/>
            <a:ext cx="347472" cy="347472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4078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Execution Guard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42793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counter enforced per role. Prevents runaway loops or quota exhaustion.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658368" cy="12984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8408" y="914400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Submission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225296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 task with role or requested-role context to the Orchestrator entry point. Input includes task description and role identifier.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658368" cy="129844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04672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58968" y="914400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58968" y="1225296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calls the Governance Layer to validate role permissions. agent.yaml is consulted; if the role lacks permission, the request is rejected with an audit log entry.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311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31136"/>
            <a:ext cx="658368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231136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8408" y="2340864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Skill Discovery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" y="2651760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loads L1 metadata from Central Skill Library (S3). Only tags, descriptions, and intent keywords are fetched — no full SKILL.MD yet.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311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31136"/>
            <a:ext cx="658368" cy="1298448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31136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58968" y="2340864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Initialization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58968" y="2651760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Worker is spun up with: YAML job description, role context, and L1 tool manifests attached. Worker begins intent resolution.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5760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657600"/>
            <a:ext cx="658368" cy="1298448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65760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78408" y="3767328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L2/L3 Loading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078224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intent match: L2 (full SKILL.MD) is loaded. During execution: L3 (API specs, references, templates) is fetched on-demand from S3.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57600"/>
            <a:ext cx="658368" cy="12984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5760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58968" y="3767328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Audit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58968" y="4078224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executes the task. Governance module records audit trail, decrements execution counter, and triggers approval gate if required by policy.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decisions that drive the system's extensibility and enterprise readiness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417320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41732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08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YAML-First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746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Zero-Code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30552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 permissions, skill allowlists, and job descriptions are YAML. No code changes required to extend roles or add skills.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417320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141732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508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64408" y="1746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Context Loading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2130552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L1→L2→L3 loading prevents context bloat. LLM Workers receive only what they need, when they need 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417320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41732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508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08776" y="1746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2130552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orchestration, skill storage, and execution are cleanly decoupled. Each layer evolves independently.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154680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15468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46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3483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by Default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867912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execution is logged. Approval gates and max-execution limits enforce enterprise compliance policy without agent code awareness.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3154680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2968" y="315468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246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Skills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64408" y="3483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Library as Single Source of Truth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64408" y="3867912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files in S3 are the canonical skill definitions. Updates deploy instantly without touching agent logic.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17336" y="3154680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17336" y="315468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3246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08776" y="3483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Orchestrator Pattern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08776" y="3867912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pattern is a domain-agnostic component. The same runtime handles compliance, automation, and reporting workflows.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9669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96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9601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Role-governed execution enforced via agent.yaml before any LLM invocation — security is structural, not prompt-level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18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58191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context loading (L1→L2→L3) keeps LLM context lean and directly maps to confirmed intent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20370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job descriptions decouple agent behaviour from code — skills and roles extend without deployments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6207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8254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S3 Skill Library is the single source of truth; all agents share the same versioned skill definitions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8386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4472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module (Audit / Approval / Max Executions) satisfies enterprise compliance requirements by design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0565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pattern is domain-agnostic — deployed today for compliance, reusable for any enterprise workflow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Runtime Architecture Design Document</dc:title>
  <dc:subject>PptxGenJS Presentation</dc:subject>
  <dc:creator>PptxGenJS</dc:creator>
  <cp:lastModifiedBy>PptxGenJS</cp:lastModifiedBy>
  <cp:revision>1</cp:revision>
  <dcterms:created xsi:type="dcterms:W3CDTF">2026-04-21T22:28:01Z</dcterms:created>
  <dcterms:modified xsi:type="dcterms:W3CDTF">2026-04-21T22:28:01Z</dcterms:modified>
</cp:coreProperties>
</file>